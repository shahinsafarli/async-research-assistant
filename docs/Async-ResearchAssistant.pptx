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D4F6E">
              <a:alpha val="25000"/>
            </a:srgbClr>
          </a:solidFill>
          <a:ln w="12700">
            <a:solidFill>
              <a:srgbClr val="0D4F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474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AIENG Final Project  ·  Topic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Research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11480" y="39776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Shahin Safarli   ·   Jeyhuna Sevdiyeva   ·   Emil Jafarov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4279392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2026-05-23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06070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 Motivation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50976" y="1316736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async research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73936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38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182880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0976" y="2084832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design overview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42032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0662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" y="2596896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" y="285292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Fetchers, providers, synthesizer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10128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747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" y="336499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Concurrency Pipeline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0976" y="3621024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asyncio.gather + graceful degradation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78224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78224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242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" y="413308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Layer Components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0976" y="4389120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 · Cache · CLI · Storage · Docker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005840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005840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1704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94376" y="106070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Benchmarks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94376" y="1316736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vs concurrent timing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773936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1773936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1938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94376" y="182880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Coverage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294376" y="2084832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 tests · 86% coverage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542032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2542032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70662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94376" y="2596896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Contributions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94376" y="285292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PRs, roles, git workflow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310128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3310128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4747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94376" y="336499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&amp; Live Output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294376" y="3621024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demo run results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4078224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4078224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4242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94376" y="413308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Takeaways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294376" y="4389120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 and learned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·  Problem &amp;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Research Question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572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52144"/>
            <a:ext cx="78638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user poses a research question. The system must query Wikipedia, arXiv, and a web-search API, then synthesise a single cited answer.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5176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214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54203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Latency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283464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sources × ~400 ms each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~1.2 s minimum wait time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5848" y="2011680"/>
            <a:ext cx="265176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1214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254203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Fault Isolation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65576" y="283464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failed source crashes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entire pipeline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54496" y="2011680"/>
            <a:ext cx="265176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1214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54203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API Calls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64224" y="283464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query hits remote APIs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every single request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822192"/>
            <a:ext cx="8229600" cy="566928"/>
          </a:xfrm>
          <a:prstGeom prst="rect">
            <a:avLst/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94360" y="3895344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Solution: asyncio.gather  +  TTL caching  +  graceful degradation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· 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243584"/>
            <a:ext cx="2011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17043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1368" y="1115568"/>
            <a:ext cx="18288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 / Streamlit 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75888" y="1243584"/>
            <a:ext cx="2011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17043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77056" y="107899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115568"/>
            <a:ext cx="1737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ResearchEngine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05856" y="1243584"/>
            <a:ext cx="2011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296" y="117043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07024" y="1078992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2744" y="1115568"/>
            <a:ext cx="19202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/ PostgreSQL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78608" y="1664208"/>
            <a:ext cx="36576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7920" y="2011680"/>
            <a:ext cx="4125595" cy="457200"/>
          </a:xfrm>
          <a:prstGeom prst="roundRect">
            <a:avLst>
              <a:gd name="adj" fmla="val 12000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048256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ResearchOrchestrator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15085" y="2475865"/>
            <a:ext cx="36576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2125" y="2859913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845" y="2878201"/>
            <a:ext cx="1600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Wikipedia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54350" y="2487295"/>
            <a:ext cx="36576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31390" y="2871343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77110" y="2889631"/>
            <a:ext cx="1600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arXiv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 API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89170" y="2487295"/>
            <a:ext cx="36576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6210" y="2871343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1930" y="2889631"/>
            <a:ext cx="1600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Web Search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Tavily/DDG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45920" y="3694430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0D4F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374015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LLM Synthesizer  →  Answer + [N] citations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55410" y="1884045"/>
            <a:ext cx="2377440" cy="272669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6850" y="1938909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Cross-Cutting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46850" y="2231517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InMemory / File Cache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46850" y="2533269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Retries + Backoff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46850" y="2835021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Structured Logging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46850" y="3136773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Pydantic Validation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46850" y="3484245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Providers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46850" y="3731133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Anthropic Claude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46850" y="3987165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OpenAI GPT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46850" y="4243197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Google Gemini</a:t>
            </a:r>
            <a:endParaRPr lang="en-US" sz="1050" dirty="0"/>
          </a:p>
        </p:txBody>
      </p:sp>
      <p:sp>
        <p:nvSpPr>
          <p:cNvPr id="44" name="Shape 8"/>
          <p:cNvSpPr/>
          <p:nvPr/>
        </p:nvSpPr>
        <p:spPr>
          <a:xfrm rot="5400000">
            <a:off x="3099943" y="3513709"/>
            <a:ext cx="2011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9"/>
          <p:cNvSpPr/>
          <p:nvPr/>
        </p:nvSpPr>
        <p:spPr>
          <a:xfrm rot="5400000">
            <a:off x="2998470" y="3566795"/>
            <a:ext cx="389255" cy="447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·  AI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Provided ai/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1609344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Fetchers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95681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fetch_wikipedia(query)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359152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fetch_arxiv(query)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76148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fetch_web(query)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163824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Shared httpx.AsyncClient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566160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Returns list[Source]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097280"/>
            <a:ext cx="2651760" cy="3291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097280"/>
            <a:ext cx="2651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170432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1609344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Synthesizer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37560" y="195681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synthesize(question, sources)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2359152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Produces 3–6 sentence answer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276148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Inline [N] citations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37560" y="3163824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Drops hallucinated indices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37560" y="3566160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Returns AnswerWithCitations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35040" y="1097280"/>
            <a:ext cx="2651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7043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1609344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 Abstraction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72200" y="195681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Anthropic / OpenAI / Gemini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172200" y="2359152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Selected via env vars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172200" y="276148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LLM_PROVIDER=anthropic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172200" y="3163824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EMBEDDING_PROVIDER=openai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172200" y="3566160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Zero code changes to swap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2920" y="4535424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07B3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⛔  Contract: ai/ is read-only — SE logic calls through ai.fetch_wikipedia, ai.fetch_arxiv, ai.fetch_web, ai.synthesize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8"/>
          <p:cNvSpPr/>
          <p:nvPr/>
        </p:nvSpPr>
        <p:spPr>
          <a:xfrm>
            <a:off x="3255010" y="2795270"/>
            <a:ext cx="1213485" cy="658495"/>
          </a:xfrm>
          <a:prstGeom prst="roundRect">
            <a:avLst>
              <a:gd name="adj" fmla="val 8333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8"/>
          <p:cNvSpPr/>
          <p:nvPr/>
        </p:nvSpPr>
        <p:spPr>
          <a:xfrm>
            <a:off x="1806575" y="2795270"/>
            <a:ext cx="1231900" cy="658495"/>
          </a:xfrm>
          <a:prstGeom prst="roundRect">
            <a:avLst>
              <a:gd name="adj" fmla="val 8333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·  Concurrency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asyncio.gather with Per-Source Timeouts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15568"/>
            <a:ext cx="391363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66420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84248"/>
            <a:ext cx="391363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run_concurrent(tasks, max_concurrent=5)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53288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0525" y="2795270"/>
            <a:ext cx="1210945" cy="658495"/>
          </a:xfrm>
          <a:prstGeom prst="roundRect">
            <a:avLst>
              <a:gd name="adj" fmla="val 8333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633" y="2804668"/>
            <a:ext cx="3913632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Wikipedia ⏱ 5s                     arXiv ⏱ 8s                     Web ⏱ 10s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03120" y="3489833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85032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721608"/>
            <a:ext cx="391363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Synthesizer  →  Answer + [N] citations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78992"/>
            <a:ext cx="4023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61872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76672" y="117043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asyncio.gather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76672" y="144475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sources fire simultaneously inside a semaphore-bounded gather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2066544"/>
            <a:ext cx="4023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49424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76672" y="215798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Graceful Degradation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376672" y="243230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return_exceptions=True — one timeout won't kill the whole answer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0" y="3054096"/>
            <a:ext cx="4023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236976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76672" y="314553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 Reuse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376672" y="3419856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httpx.AsyncClient shared across all three fetchers per request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754880" y="4041648"/>
            <a:ext cx="4023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22452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76672" y="413308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arXiv Web Fallback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376672" y="440740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Atom returns empty, falls back to site:arxiv.org web search</a:t>
            </a:r>
            <a:endParaRPr lang="en-US" sz="1000" dirty="0"/>
          </a:p>
        </p:txBody>
      </p:sp>
      <p:sp>
        <p:nvSpPr>
          <p:cNvPr id="35" name="Text 7"/>
          <p:cNvSpPr/>
          <p:nvPr/>
        </p:nvSpPr>
        <p:spPr>
          <a:xfrm>
            <a:off x="767080" y="253288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  <p:sp>
        <p:nvSpPr>
          <p:cNvPr id="36" name="Text 7"/>
          <p:cNvSpPr/>
          <p:nvPr/>
        </p:nvSpPr>
        <p:spPr>
          <a:xfrm>
            <a:off x="3633470" y="2557653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SE Layer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Team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pydantic-settings, env-driven typed config, all provider keys + timeouts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66544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6544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57984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QuestionRequest · ResearchResult · CitationRecord — full Pydantic validation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67328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7328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8768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InMemoryCache + FilesystemCache, TTL-aware (source, query), canonicalized keys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68112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68112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ai_service.py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59552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Tenacity retry + backoff, per-call timeouts, rate-limit wrapper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68896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68896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researcher.py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60336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ResearchEngine — Fetch → Synthesize → Persist, history via repository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cli.py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CLI: ask · history, --sources · --no-cache flags, citation rendering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66544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66544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57984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repository.py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57984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BaseRepository ABC, SQLiteRepository (aiosqlite), PostgreSQLRepository (asyncpg)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67328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67328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8768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Dockerfile + docker-compose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58768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Multi-stage build, postgres:16-alpine service, healthcheck + wait-for-db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68112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68112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app.py (Streamlit)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59552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web UI — ask questions interactively, history sidebar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68896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68896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0336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 (GitHub Actions)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60336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ruff lint + mypy types, pytest + coverage gate, docker build check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Caching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TTL-Aware Source Cache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8191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canonicalize_query()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762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lookup (source, key)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25603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7063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 → return [Source]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649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 → fetch from 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3749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5935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(source, key, TTL)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63240" y="1051560"/>
            <a:ext cx="256032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2968" y="114300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InMemoryCache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72968" y="1472184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Python dict + timestamps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72968" y="1773936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TTL per entry (default 300 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72968" y="2075688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Configurable via settings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72968" y="2377440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Thread-safe for asyncio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2971800"/>
            <a:ext cx="256032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306324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FilesystemCache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172968" y="3392424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JSON files, keyed by hash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172968" y="3694176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Persists across restarts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72968" y="3995928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--no-cache bypasses both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72968" y="4297680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ABC for easy extension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0" y="1051560"/>
            <a:ext cx="3017520" cy="3566160"/>
          </a:xfrm>
          <a:prstGeom prst="rect">
            <a:avLst/>
          </a:prstGeom>
          <a:solidFill>
            <a:srgbClr val="0A0E1A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14300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Key Construction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1463040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canonicalize_query(q):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89320" y="1719072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q = q.lower().strip()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89320" y="1975104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q = re.sub(r"\s+", " ", q)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2231136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q = q.rstrip("?!.")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89320" y="2487168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q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2999232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 = (source, canonical)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89320" y="3511296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Same result for: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89320" y="3767328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"WHAT IS PHOTOSYNTHESIS?"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89320" y="4023360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"what is photosynthesis"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89320" y="4279392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"What is photosynthesis?"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·  Performance Benchmarks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vs Concurrent — Consistent 3× Speedup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33856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3.0×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Speedup (all runs)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097280"/>
            <a:ext cx="196596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133856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0.50s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42032" y="1664208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Concurrent (5 Qs)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1097280"/>
            <a:ext cx="196596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133856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1.50s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1664208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(5 Qs)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94576" y="1097280"/>
            <a:ext cx="196596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1133856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94576" y="1664208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Coverage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365760" y="2331720"/>
          <a:ext cx="8412480" cy="210312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Network Simulation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Sequential (s)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Concurrent (s)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Fast  (delay=0.05 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0.753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0.252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7E8F9"/>
                          </a:solidFill>
                        </a:rPr>
                        <a:t>3.0×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Typical (delay=0.10 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1.505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0.502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7E8F9"/>
                          </a:solidFill>
                        </a:rPr>
                        <a:t>3.0×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Slow  (delay=0.15 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2.255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0.752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7E8F9"/>
                          </a:solidFill>
                        </a:rPr>
                        <a:t>3.0×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Large batch N=10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1.504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0.502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7E8F9"/>
                          </a:solidFill>
                        </a:rPr>
                        <a:t>3.0×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scripts/bench.py --n 5 --offline --delay 0.10   ·   Semaphore MAX_CONCURRENT=5   ·   Sources: wiki + arxiv + web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·  Testing &amp;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 Tests Passed  ·  86% Coverage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12471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test_ai_smoke.py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335024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schema, synthesizer, citation indices, web provider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91056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9105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60020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test_cli.py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81051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ask/history commands, invalid inputs, displayed output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6654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0756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test_concurrency.py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228600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gather, semaphore, orchestrator, degradation, cache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42032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55117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test_config.py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761488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 export, provider selection from settings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17520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302666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test_researcher.py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3236976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pipeline, persistence, graceful no-source error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93008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" y="3502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test_search_query.py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3712464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Strip prefix, arXiv API query, multi-term normalisation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968496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6849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" y="397764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test_service.py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" y="418795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 mocks, synthesize, retries, provider errors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443984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4398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" y="445312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test_storage.py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46634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TTL, filesystem, SQLite repo, factory, PostgreSQL select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49240" y="1078992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per Module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9155" y="1371727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95035" y="1417447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63915" y="1371727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9155" y="1774063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95035" y="1819783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63915" y="1774063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9155" y="217639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95035" y="2222119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63915" y="2176399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69155" y="2578735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95035" y="2624455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63915" y="2578735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9155" y="2981071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95035" y="3026791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95035" y="3026791"/>
            <a:ext cx="1901952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63915" y="2981071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69155" y="3383407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ai_service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95035" y="3429127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95035" y="3429127"/>
            <a:ext cx="1973275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63915" y="3383407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669155" y="3785743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995035" y="3831463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63915" y="3785743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669155" y="418807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995035" y="4233799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95035" y="4233799"/>
            <a:ext cx="1616659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63915" y="4188079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669155" y="4590415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995035" y="4636135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95035" y="4636135"/>
            <a:ext cx="204459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63915" y="4590415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86%</a:t>
            </a:r>
            <a:endParaRPr lang="en-US" sz="1000" dirty="0"/>
          </a:p>
        </p:txBody>
      </p:sp>
      <p:sp>
        <p:nvSpPr>
          <p:cNvPr id="73" name="Shape 45"/>
          <p:cNvSpPr/>
          <p:nvPr/>
        </p:nvSpPr>
        <p:spPr>
          <a:xfrm>
            <a:off x="5995035" y="1408684"/>
            <a:ext cx="2377440" cy="182880"/>
          </a:xfrm>
          <a:prstGeom prst="rect">
            <a:avLst/>
          </a:prstGeom>
          <a:solidFill>
            <a:srgbClr val="67E8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61"/>
          <p:cNvSpPr/>
          <p:nvPr/>
        </p:nvSpPr>
        <p:spPr>
          <a:xfrm>
            <a:off x="5995035" y="2221738"/>
            <a:ext cx="2092147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41"/>
          <p:cNvSpPr/>
          <p:nvPr/>
        </p:nvSpPr>
        <p:spPr>
          <a:xfrm>
            <a:off x="5995035" y="2624328"/>
            <a:ext cx="216347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45"/>
          <p:cNvSpPr/>
          <p:nvPr/>
        </p:nvSpPr>
        <p:spPr>
          <a:xfrm>
            <a:off x="5995035" y="1812925"/>
            <a:ext cx="2318385" cy="189230"/>
          </a:xfrm>
          <a:prstGeom prst="rect">
            <a:avLst/>
          </a:prstGeom>
          <a:solidFill>
            <a:srgbClr val="67E8F9"/>
          </a:solidFill>
          <a:ln w="12700">
            <a:solidFill>
              <a:srgbClr val="00000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78" name="Shape 41"/>
          <p:cNvSpPr/>
          <p:nvPr/>
        </p:nvSpPr>
        <p:spPr>
          <a:xfrm>
            <a:off x="5995035" y="3831463"/>
            <a:ext cx="216347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·  Team Contributions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Built What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8620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078992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11155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Shahin Safarli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37160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@shahinsafarli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171907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7190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~33%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08483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src/config.py — pydantic-settings, env sync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505456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src/cli/ — Click CLI (ask, history)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92608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tests/ — unified offline test framework (81 tests)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3346704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src/storage/postgres_repository.py — PostgreSQL backend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76732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Project scaffolding, .gitignore, PR template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4187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PRs: #1, #7, #9, #12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005840"/>
            <a:ext cx="2743200" cy="388620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005840"/>
            <a:ext cx="2743200" cy="36576"/>
          </a:xfrm>
          <a:prstGeom prst="rect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55848" y="1078992"/>
            <a:ext cx="548640" cy="548640"/>
          </a:xfrm>
          <a:prstGeom prst="ellipse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0789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95928" y="11155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Emil Jafarov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95928" y="137160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@Emil-Jafarov-06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171907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17190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~33%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5848" y="208483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src/services/ai_service.py — retry/timeout wrapper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55848" y="2505456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src/concurrency/ — orchestrator + pipeline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292608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app/ — Streamlit web UI + Docker setup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55848" y="3346704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README.md — project overview &amp; setup guide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55848" y="376732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docs/report — full project report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55848" y="4187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PRs: #3, #6, #11, #13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1005840"/>
            <a:ext cx="2743200" cy="388620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005840"/>
            <a:ext cx="2743200" cy="36576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1928" y="1078992"/>
            <a:ext cx="548640" cy="548640"/>
          </a:xfrm>
          <a:prstGeom prst="ellipse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10789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22008" y="11155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Jeyhuna Sevdiyeva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22008" y="137160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@Jeyhunaa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81928" y="171907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17190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81928" y="208483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src/storage/ — SQLite repository (session persistence)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81928" y="2505456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src/services/cache_service.py — TTL cache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81928" y="292608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src/utils/search_query.py + bench.py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81928" y="3346704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docs/architecture.md + demo.py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81928" y="376732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Presentation slides + CONTRIBUTION_STATEMENT.md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81928" y="4187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PRs: #2, #4, #5, #8, #14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·  Git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PR-Based Development  —  14 Pull Requests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65760" y="987552"/>
          <a:ext cx="8412480" cy="3794760"/>
        </p:xfrm>
        <a:graphic>
          <a:graphicData uri="http://schemas.openxmlformats.org/drawingml/2006/table">
            <a:tbl>
              <a:tblPr/>
              <a:tblGrid>
                <a:gridCol w="502920"/>
                <a:gridCol w="3200400"/>
                <a:gridCol w="1097280"/>
                <a:gridCol w="3611880"/>
              </a:tblGrid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Branch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Author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Files Changed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shahin/config-and-models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Shahin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config.py + models.py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#2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jeyhuna/architecture-docs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docs/architecture.md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#3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emil/ai-service-and-core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ai_service.py + researcher.py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#4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jeyhuna/storage-layer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repository.py (SQLite)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#5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jeyhuna/cache-and-search-utils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cache.py + search_query.py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#6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emil/concurrency-and-researcher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orchestrator.py + pipeline.py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#7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shahin/cli-and-entry-point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Shahin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cli.py + __main__.py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#8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jeyhuna/demo-script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scripts/demo.py + bench.py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#9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shahin/combined-testing-suite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Shahin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All 8 test_*.py files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#10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emil/streamlit-and-docker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app.py + Dockerfile + docker-compose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#11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emil/concurrency-and-core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Orchestrator async core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#12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shahin/postgres-storage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Shahin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postgres_repository.py + asyncpg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#13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emil/readme-and-report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README.md + docs/report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#14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jeyhuna/presentation-and-contribution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Presentation + CONTRIBUTION_STATEMENT.md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Rule: every PR reviewed by a teammate  ·  Never push direct to main  ·  Tag v1.0-final after PR #14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Docker &amp;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Deployment Modes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3832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8872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1664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/ SQLite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" y="197510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975104"/>
            <a:ext cx="1371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Fastest to start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" y="2304288"/>
            <a:ext cx="2514600" cy="694944"/>
          </a:xfrm>
          <a:prstGeom prst="rect">
            <a:avLst/>
          </a:prstGeom>
          <a:solidFill>
            <a:srgbClr val="070C18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350008"/>
            <a:ext cx="2377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 install -r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researcher ask "..."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" y="309067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Docker needed. SQLiteRepository auto-selected.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2743200" cy="33832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09728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188720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1568" y="1664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+ SQLite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401568" y="197510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01568" y="1975104"/>
            <a:ext cx="1371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Portable &amp; offline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401568" y="2304288"/>
            <a:ext cx="2514600" cy="694944"/>
          </a:xfrm>
          <a:prstGeom prst="rect">
            <a:avLst/>
          </a:prstGeom>
          <a:solidFill>
            <a:srgbClr val="070C18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0" y="2350008"/>
            <a:ext cx="2377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build -t researcher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run --env-file .env researcher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401568" y="309067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container. Supports offline demo mode.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217920" y="1097280"/>
            <a:ext cx="2743200" cy="33832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109728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188720"/>
            <a:ext cx="420624" cy="4206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27648" y="1664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Compose + PostgreSQL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327648" y="197510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27648" y="1975104"/>
            <a:ext cx="1371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mode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327648" y="2304288"/>
            <a:ext cx="2514600" cy="694944"/>
          </a:xfrm>
          <a:prstGeom prst="rect">
            <a:avLst/>
          </a:prstGeom>
          <a:solidFill>
            <a:srgbClr val="070C18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0" y="2350008"/>
            <a:ext cx="2377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up --build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postgres:16-alpine + app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327648" y="309067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PostgreSQLRepository auto-selected via DATABASE_URL.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2920" y="4636008"/>
            <a:ext cx="8138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get_repository() factory: sqlite+aiosqlite:// → SQLiteRepository    |    postgresql+asyncpg:// → PostgreSQLRepository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·  Demo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Demo  —  5 Research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1521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photosynthesis and what are its main stages?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42646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0" y="123444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9339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1883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transformer-based language models handle long context windows?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215798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0" y="1965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2491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61518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were the main causes of the 2008 financial crisis?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" y="288950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269748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9184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5643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33467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current state of fusion energy research?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362102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34290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2336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8795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407822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CRISPR-Cas9 gene editing work at a molecular level?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" y="435254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16052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wall-clock: 17.8 s for 5 questions   ·   python scripts/demo.py --offline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·  Summary &amp;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 &amp; What We Learned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807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Deliverables Completed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" y="1161669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asyncio.gather with per-source timeouts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463421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Graceful degradation (return_exceptions=True)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765173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InMemory + Filesystem TTL cache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066925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Click CLI: ask / history commands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68677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Pydantic validation at every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670429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Exponential backoff via tenacity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972181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SQLite + PostgreSQL dual-backend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273933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docker-compose with postgres:16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575685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Streamlit web UI (bonus)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877437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GitHub Actions CI (lint + test + build)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79189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81 tests · 86% coverage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480941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LaTeX report + slides + artefacts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078992"/>
            <a:ext cx="4160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Engineering Lessons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1426464"/>
            <a:ext cx="416052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61669"/>
            <a:ext cx="3657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490472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asyncio is not a silver bullet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1746504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gather helps, but timeouts per-task are essential to avoid head-of-line blocking.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16052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021205"/>
            <a:ext cx="3657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350008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Cache keys need canonicalisation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73168" y="260604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Upper/lower, trailing punctuation — small differences bypass caches silently.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145536"/>
            <a:ext cx="416052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880741"/>
            <a:ext cx="3657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209544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Composition &gt; Inheritance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73168" y="3465576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Injecting ai_svc, cache, repo makes ResearchEngine fully testable offline.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16052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40277"/>
            <a:ext cx="3657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069080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Mock the boundary, not the logic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73168" y="4325112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respx + pytest-httpx mock HTTP; the orchestrator logic itself runs for real.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773168"/>
            <a:ext cx="8412480" cy="22860"/>
          </a:xfrm>
          <a:prstGeom prst="rect">
            <a:avLst/>
          </a:prstGeom>
          <a:solidFill>
            <a:srgbClr val="0F3352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github.com/shahinsafarli/async-research-assistant   ·   Tag: v1.0-final   ·   2026-05-23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029200" cy="5029200"/>
          </a:xfrm>
          <a:prstGeom prst="ellipse">
            <a:avLst/>
          </a:prstGeom>
          <a:solidFill>
            <a:srgbClr val="0D4F6E">
              <a:alpha val="20000"/>
            </a:srgbClr>
          </a:solidFill>
          <a:ln w="12700">
            <a:solidFill>
              <a:srgbClr val="0D4F6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5486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657600" cy="548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39572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Shahin Safarli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642616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@shahinsafarli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026664"/>
            <a:ext cx="3657600" cy="548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0672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Jeyhuna Sevdiyeva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@Jeyhunaa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721608"/>
            <a:ext cx="3657600" cy="548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8561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Emil Jafarov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4032504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@Emil-Jafarov-06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github.com/shahinsafarli/async-research-assistant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6400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tag: v1.0-final   ·   Topic 4 — AIENG Final Project   ·   2026-05-23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10107</Words>
  <Application>WPS Presentation</Application>
  <PresentationFormat>On-screen Show (16:9)</PresentationFormat>
  <Paragraphs>829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WPS_1779549629</cp:lastModifiedBy>
  <cp:revision>3</cp:revision>
  <dcterms:created xsi:type="dcterms:W3CDTF">2026-05-23T14:41:00Z</dcterms:created>
  <dcterms:modified xsi:type="dcterms:W3CDTF">2026-05-23T16:41:11Z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26D152627F474ED790E7112187A7CF4A_13</vt:lpwstr>
  </property>
</Properties>
</file>